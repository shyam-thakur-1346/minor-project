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88"/>
                </a:solidFill>
              </a:defRPr>
            </a:pPr>
            <a:r>
              <a:t>MINOR PROJECT PRESENTATION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Student Skills &amp; Placement Tracker</a:t>
            </a:r>
          </a:p>
          <a:p>
            <a:pPr>
              <a:defRPr sz="2000">
                <a:solidFill>
                  <a:srgbClr val="C8DCF5"/>
                </a:solidFill>
              </a:defRPr>
            </a:pPr>
            <a:r>
              <a:t>Machine Learning-Based Employability Estimation &amp; Personalised Skill Gap Analysis</a:t>
            </a:r>
          </a:p>
          <a:p>
            <a:br/>
            <a:r>
              <a:t>Phase 1: Complete Machine Learning Pipeline &amp; Core Model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STUDENT SKILLS &amp; PLACEMENT TRACKER</a:t>
            </a:r>
          </a:p>
          <a:p>
            <a:pPr>
              <a:defRPr sz="2400" b="1">
                <a:solidFill>
                  <a:srgbClr val="182B49"/>
                </a:solidFill>
              </a:defRPr>
            </a:pPr>
            <a:r>
              <a:t>Problem Statement &amp; Industry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800" b="1">
                <a:solidFill>
                  <a:srgbClr val="182B49"/>
                </a:solidFill>
              </a:defRPr>
            </a:pPr>
            <a:r>
              <a:t>Traditional Evaluation Failures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Over-Reliance on CGPA: Ignores practical programming capabilities, DSA problem-solving, and soft skills.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Reactive Counseling: Placement cells identify unprepared students AFTER they fail campus interviews.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One-Size-Fits-All Approach: Colleges lack personalized skill recommendations tailored to individual student gaps.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No Quantitative Employability Index: Difficulty in measuring student readiness across technical, soft, and profile domains.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EBF5FA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800" b="1">
                <a:solidFill>
                  <a:srgbClr val="182B49"/>
                </a:solidFill>
              </a:defRPr>
            </a:pPr>
            <a:r>
              <a:t>Our Proposed ML Solution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✔ Data-Driven Employability Estimation: Evaluates 30 multi-dimensional student academic, technical, soft skill, and profile metrics.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✔ Probabilistic Readiness Gauge: Outputs calibrated placement probabilities (0% - 100%) and readiness tiers.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✔ Early Risk Detection: Identifies at-risk students prior to placement drives for targeted intervention.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✔ Actionable Skill Gap Roadmap: Recommends specific technical/soft skill improvements based on institutional benchmarks.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STUDENT SKILLS &amp; PLACEMENT TRACKER</a:t>
            </a:r>
          </a:p>
          <a:p>
            <a:pPr>
              <a:defRPr sz="2400" b="1">
                <a:solidFill>
                  <a:srgbClr val="182B49"/>
                </a:solidFill>
              </a:defRPr>
            </a:pPr>
            <a:r>
              <a:t>Motivation &amp; Project Stakeholder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800" b="1">
                <a:solidFill>
                  <a:srgbClr val="009688"/>
                </a:solidFill>
              </a:defRPr>
            </a:pPr>
            <a:r>
              <a:t>For Students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Provides an objective Placement Readiness Score (0-100%).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Identifies specific missing skills (e.g., DSA score &lt; 65, missing internships).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Offers clear roadmap for placement &amp; internship preparation.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800" b="1">
                <a:solidFill>
                  <a:srgbClr val="182B49"/>
                </a:solidFill>
              </a:defRPr>
            </a:pPr>
            <a:r>
              <a:t>For Placement Cell / Faculty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Automated batch tracking across academic departments.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Identifies at-risk students early for remedial bootcamps.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Improves overall college campus placement conversion 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78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800" b="1">
                <a:solidFill>
                  <a:srgbClr val="7850C8"/>
                </a:solidFill>
              </a:defRPr>
            </a:pPr>
            <a:r>
              <a:t>For Recruiters &amp; Institution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Ensures candidate skill matching with company job profiles.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Boosts college institutional reputation and recruitment statistics.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Enables data-driven curriculum enhancements.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STUDENT SKILLS &amp; PLACEMENT TRACKER</a:t>
            </a:r>
          </a:p>
          <a:p>
            <a:pPr>
              <a:defRPr sz="2400" b="1">
                <a:solidFill>
                  <a:srgbClr val="182B49"/>
                </a:solidFill>
              </a:defRPr>
            </a:pPr>
            <a:r>
              <a:t>Project Objectives &amp; Scope Breakdown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0FAF5"/>
          </a:solidFill>
          <a:ln>
            <a:solidFill>
              <a:srgbClr val="2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700" b="1">
                <a:solidFill>
                  <a:srgbClr val="147846"/>
                </a:solidFill>
              </a:defRPr>
            </a:pPr>
            <a:r>
              <a:t>Phase 1: ML Core (COMPLETED 100%)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✔ Problem Definition &amp; ML Formulation (Binary Classification + Probability).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✔ Synthetic Data Generation (N=1,500, fixed seed=42).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✔ Data Cleaning &amp; Preprocessing (Imputation, Scaling, OneHotEncoding).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✔ EDA &amp; Visualizations (Target dist., CGPA boxplots, correlation heatmap).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✔ Feature Engineering (5 Aggregate Indices).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✔ Trained &amp; Evaluated 8 ML Models with 5-Fold Stratified CV.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✔ Hyperparameter Tuning via GridSearchCV.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✔ Serialized Final Pipeline (.pkl) &amp; Prediction Engine.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8F0"/>
          </a:solidFill>
          <a:ln>
            <a:solidFill>
              <a:srgbClr val="E6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700" b="1">
                <a:solidFill>
                  <a:srgbClr val="B45A0A"/>
                </a:solidFill>
              </a:defRPr>
            </a:pPr>
            <a:r>
              <a:rPr dirty="0"/>
              <a:t>Phase 2: App &amp; Web Integration (UPCOMING)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dirty="0"/>
              <a:t>⏳ Backend REST API Development (</a:t>
            </a:r>
            <a:r>
              <a:rPr dirty="0" err="1"/>
              <a:t>FastAPI</a:t>
            </a:r>
            <a:r>
              <a:rPr dirty="0"/>
              <a:t> / Flask framework).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dirty="0"/>
              <a:t>⏳ Student &amp; Admin Frontend Dashboard (React / </a:t>
            </a:r>
            <a:r>
              <a:rPr dirty="0" err="1"/>
              <a:t>Streamlit</a:t>
            </a:r>
            <a:r>
              <a:rPr dirty="0"/>
              <a:t>).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dirty="0"/>
              <a:t>⏳ Institutional Database Integration (PostgreSQL / MongoDB).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dirty="0"/>
              <a:t>⏳ Real College Placement Dataset Fine-Tuning.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dirty="0"/>
              <a:t>⏳ Historical Student Readiness Tracking across semesters.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dirty="0"/>
              <a:t>⏳ Automated Resume Parsing &amp; ATS Scoring Module.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STUDENT SKILLS &amp; PLACEMENT TRACKER</a:t>
            </a:r>
          </a:p>
          <a:p>
            <a:pPr>
              <a:defRPr sz="2400" b="1">
                <a:solidFill>
                  <a:srgbClr val="182B49"/>
                </a:solidFill>
              </a:defRPr>
            </a:pPr>
            <a:r>
              <a:t>Dataset Design &amp; Feature Schema (30 Features)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5F7FA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500" b="1">
                <a:solidFill>
                  <a:srgbClr val="182B49"/>
                </a:solidFill>
              </a:defRPr>
            </a:pPr>
            <a:r>
              <a:t>Academic Features (5)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Features: cgpa (0-10), backlogs (count), attendance_percentage, branch (CS, IT, ECE, etc.), degree &amp; semester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5F7FA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500" b="1">
                <a:solidFill>
                  <a:srgbClr val="009688"/>
                </a:solidFill>
              </a:defRPr>
            </a:pPr>
            <a:r>
              <a:t>Technical Skills (8)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Features: programming_score, dsa_score, sql_score, web_dev_score, ml_score, cloud_score, aptitude_score, coding_test_score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5F7FA"/>
          </a:solidFill>
          <a:ln>
            <a:solidFill>
              <a:srgbClr val="78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500" b="1">
                <a:solidFill>
                  <a:srgbClr val="7850C8"/>
                </a:solidFill>
              </a:defRPr>
            </a:pPr>
            <a:r>
              <a:t>Soft Skills (4)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Features: communication_score, leadership_score, teamwork_score, interview_score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5F7FA"/>
          </a:solidFill>
          <a:ln>
            <a:solidFill>
              <a:srgbClr val="D26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500" b="1">
                <a:solidFill>
                  <a:srgbClr val="D2641E"/>
                </a:solidFill>
              </a:defRPr>
            </a:pPr>
            <a:r>
              <a:t>Profile Features (8)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Features: number_of_projects, project_quality_score, certifications_count, internship_experience (0/1), internship_count, hackathons_attended, github_contributions, resume_score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STUDENT SKILLS &amp; PLACEMENT TRACKER</a:t>
            </a:r>
          </a:p>
          <a:p>
            <a:pPr>
              <a:defRPr sz="2400" b="1">
                <a:solidFill>
                  <a:srgbClr val="182B49"/>
                </a:solidFill>
              </a:defRPr>
            </a:pPr>
            <a:r>
              <a:t>Data Cleaning &amp; Leakage-Free Preprocessing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700" b="1">
                <a:solidFill>
                  <a:srgbClr val="182B49"/>
                </a:solidFill>
              </a:defRPr>
            </a:pPr>
            <a:r>
              <a:t>Key Data Pipeline Steps (src/preprocessing.py)</a:t>
            </a:r>
          </a:p>
          <a:p>
            <a:pPr>
              <a:defRPr sz="1300" b="1">
                <a:solidFill>
                  <a:srgbClr val="009688"/>
                </a:solidFill>
              </a:defRPr>
            </a:pPr>
            <a:r>
              <a:t>• 1. Data Cleaning &amp; Range Validation: 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Identified and removed 5 duplicate rows. Cleaned invalid out-of-range values (e.g. CGPA &gt; 10, attendance &gt; 100%, negative scores) by setting them to NaN for robust median imputation.</a:t>
            </a:r>
          </a:p>
          <a:p>
            <a:pPr>
              <a:defRPr sz="1300" b="1">
                <a:solidFill>
                  <a:srgbClr val="009688"/>
                </a:solidFill>
              </a:defRPr>
            </a:pPr>
            <a:r>
              <a:t>• 2. Categorical Standardisation: 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Standardised string fields ('gender', 'branch') by stripping whitespace and title-casing values.</a:t>
            </a:r>
          </a:p>
          <a:p>
            <a:pPr>
              <a:defRPr sz="1300" b="1">
                <a:solidFill>
                  <a:srgbClr val="009688"/>
                </a:solidFill>
              </a:defRPr>
            </a:pPr>
            <a:r>
              <a:t>• 3. Stratified Train-Test Split: 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Divided dataset into 80% Training (1,200 records) and 20% Testing (300 records) using stratified sampling to preserve target class proportions.</a:t>
            </a:r>
          </a:p>
          <a:p>
            <a:pPr>
              <a:defRPr sz="1300" b="1">
                <a:solidFill>
                  <a:srgbClr val="009688"/>
                </a:solidFill>
              </a:defRPr>
            </a:pPr>
            <a:r>
              <a:t>• 4. ColumnTransformer Pipeline: 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Built scikit-learn ColumnTransformer with median imputation + StandardScaler for numerical features and most-frequent imputation + OneHotEncoder for categorical features.</a:t>
            </a:r>
          </a:p>
          <a:p>
            <a:pPr>
              <a:defRPr sz="1300" b="1">
                <a:solidFill>
                  <a:srgbClr val="009688"/>
                </a:solidFill>
              </a:defRPr>
            </a:pPr>
            <a:r>
              <a:t>• 5. Data Leakage Prevention: 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Fit all preprocessing scalers and encoders ONLY on training data. Strict exclusion of post-placement features (e.g. salary, company offer).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STUDENT SKILLS &amp; PLACEMENT TRACKER</a:t>
            </a:r>
          </a:p>
          <a:p>
            <a:pPr>
              <a:defRPr sz="2400" b="1">
                <a:solidFill>
                  <a:srgbClr val="182B49"/>
                </a:solidFill>
              </a:defRPr>
            </a:pPr>
            <a:r>
              <a:t>Feature Engineering: Domain Aggregate Indices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700" b="1">
                <a:solidFill>
                  <a:srgbClr val="182B49"/>
                </a:solidFill>
              </a:defRPr>
            </a:pPr>
            <a:r>
              <a:t>Engineered Composite Features (src/feature_engineering.py)</a:t>
            </a:r>
          </a:p>
          <a:p>
            <a:pPr>
              <a:defRPr sz="1300" b="1">
                <a:solidFill>
                  <a:srgbClr val="182B49"/>
                </a:solidFill>
              </a:defRPr>
            </a:pPr>
            <a:r>
              <a:t>🔹 technical_skill_avg: 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 Average score across 6 technical domains (Programming, DSA, SQL, Web Dev, ML, Cloud).</a:t>
            </a:r>
          </a:p>
          <a:p>
            <a:pPr>
              <a:defRPr sz="1300" b="1">
                <a:solidFill>
                  <a:srgbClr val="182B49"/>
                </a:solidFill>
              </a:defRPr>
            </a:pPr>
            <a:r>
              <a:t>🔹 soft_skill_avg: 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 Average score across Communication, Leadership, Teamwork, and Mock Interview scores.</a:t>
            </a:r>
          </a:p>
          <a:p>
            <a:pPr>
              <a:defRPr sz="1300" b="1">
                <a:solidFill>
                  <a:srgbClr val="182B49"/>
                </a:solidFill>
              </a:defRPr>
            </a:pPr>
            <a:r>
              <a:t>🔹 academic_score_index: 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 Composite academic score (0-100 scale): (CGPA * 7.0) + (Attendance * 0.3) - (Backlogs * 10.0)</a:t>
            </a:r>
          </a:p>
          <a:p>
            <a:pPr>
              <a:defRPr sz="1300" b="1">
                <a:solidFill>
                  <a:srgbClr val="182B49"/>
                </a:solidFill>
              </a:defRPr>
            </a:pPr>
            <a:r>
              <a:t>🔹 experience_score: 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 Profile score combining portfolio projects, project quality, internships, hackathons, and certifications.</a:t>
            </a:r>
          </a:p>
          <a:p>
            <a:pPr>
              <a:defRPr sz="1300" b="1">
                <a:solidFill>
                  <a:srgbClr val="182B49"/>
                </a:solidFill>
              </a:defRPr>
            </a:pPr>
            <a:r>
              <a:t>🔹 overall_readiness_index: 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 Domain-weighted benchmark index: 30% Academic + 35% Technical + 20% Soft Skills + 15% Experience.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STUDENT SKILLS &amp; PLACEMENT TRACKER</a:t>
            </a:r>
          </a:p>
          <a:p>
            <a:pPr>
              <a:defRPr sz="2400" b="1">
                <a:solidFill>
                  <a:srgbClr val="182B49"/>
                </a:solidFill>
              </a:defRPr>
            </a:pPr>
            <a:r>
              <a:t>Exploratory Data Analysis (EDA)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5F7FA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500" b="1">
                <a:solidFill>
                  <a:srgbClr val="182B49"/>
                </a:solidFill>
              </a:defRPr>
            </a:pPr>
            <a:r>
              <a:t>Target Distribution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• 73.7% Placement Ready (Class 1)</a:t>
            </a:r>
            <a:br/>
            <a:r>
              <a:t>• 26.3% Needs Improvement (Class 0)</a:t>
            </a:r>
            <a:br/>
            <a:r>
              <a:t>• Represents realistic campus placement baseline distribution.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5F7FA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500" b="1">
                <a:solidFill>
                  <a:srgbClr val="182B49"/>
                </a:solidFill>
              </a:defRPr>
            </a:pPr>
            <a:r>
              <a:t>CGPA &amp; Academic Separation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• Clear threshold separation around 7.0 CGPA.</a:t>
            </a:r>
            <a:br/>
            <a:r>
              <a:t>• Students with &gt; 7.5 CGPA and 0 backlogs show significantly higher placement readiness.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5F7FA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500" b="1">
                <a:solidFill>
                  <a:srgbClr val="182B49"/>
                </a:solidFill>
              </a:defRPr>
            </a:pPr>
            <a:r>
              <a:t>Technical Skill Impact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• DSA score and Automated Coding test score have highest feature correlation with placement readiness.</a:t>
            </a:r>
            <a:br/>
            <a:r>
              <a:t>• Programming score &gt; 65 is key threshold.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5F7FA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500" b="1">
                <a:solidFill>
                  <a:srgbClr val="182B49"/>
                </a:solidFill>
              </a:defRPr>
            </a:pPr>
            <a:r>
              <a:t>Profile &amp; Internship Exposure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• Students with at least 1 industrial internship have 2.8x higher probability of placement readiness.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STUDENT SKILLS &amp; PLACEMENT TRACKER</a:t>
            </a:r>
          </a:p>
          <a:p>
            <a:pPr>
              <a:defRPr sz="2400" b="1">
                <a:solidFill>
                  <a:srgbClr val="182B49"/>
                </a:solidFill>
              </a:defRPr>
            </a:pPr>
            <a:r>
              <a:t>Machine Learning Methodology &amp; Algorithms Tested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700" b="1">
                <a:solidFill>
                  <a:srgbClr val="182B49"/>
                </a:solidFill>
              </a:defRPr>
            </a:pPr>
            <a:r>
              <a:t>Evaluation Strategy &amp; Candidate Models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Baseline Model: Dummy Classifier (predicts most frequent class, baseline accuracy = 73.67%).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Tested Algorithms (8 Models): Baseline, Logistic Regression, K-Nearest Neighbors, Decision Tree, Random Forest, Gradient Boosting, XGBoost, Support Vector Machine.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5-Fold Stratified Cross Validation: Ensures model robustness across data folds without class distribution distortion.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Hyperparameter Optimization: Applied GridSearchCV on top candidate models (Random Forest, Gradient Boosting, XGBoost).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Evaluation Metrics Evaluated: Accuracy, Precision, Recall, F1-Score, ROC-AUC, and Cross-Validation F1 mean &amp; std.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STUDENT SKILLS &amp; PLACEMENT TRACKER</a:t>
            </a:r>
          </a:p>
          <a:p>
            <a:pPr>
              <a:defRPr sz="2400" b="1">
                <a:solidFill>
                  <a:srgbClr val="182B49"/>
                </a:solidFill>
              </a:defRPr>
            </a:pPr>
            <a:r>
              <a:t>Experimental Results &amp; Model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785A"/>
                          </a:solidFill>
                        </a:defRPr>
                      </a:pPr>
                      <a:r>
                        <a:t>XGBoost (Tuned) 🏆</a:t>
                      </a:r>
                    </a:p>
                  </a:txBody>
                  <a:tcPr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85A"/>
                          </a:solidFill>
                        </a:defRPr>
                      </a:pPr>
                      <a:r>
                        <a:t>0.9133</a:t>
                      </a:r>
                    </a:p>
                  </a:txBody>
                  <a:tcPr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85A"/>
                          </a:solidFill>
                        </a:defRPr>
                      </a:pPr>
                      <a:r>
                        <a:t>0.9258</a:t>
                      </a:r>
                    </a:p>
                  </a:txBody>
                  <a:tcPr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85A"/>
                          </a:solidFill>
                        </a:defRPr>
                      </a:pPr>
                      <a:r>
                        <a:t>0.9593</a:t>
                      </a:r>
                    </a:p>
                  </a:txBody>
                  <a:tcPr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85A"/>
                          </a:solidFill>
                        </a:defRPr>
                      </a:pPr>
                      <a:r>
                        <a:t>0.9422</a:t>
                      </a:r>
                    </a:p>
                  </a:txBody>
                  <a:tcPr>
                    <a:solidFill>
                      <a:srgbClr val="E6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85A"/>
                          </a:solidFill>
                        </a:defRPr>
                      </a:pPr>
                      <a:r>
                        <a:t>0.9534</a:t>
                      </a:r>
                    </a:p>
                  </a:txBody>
                  <a:tcPr>
                    <a:solidFill>
                      <a:srgbClr val="E6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K-Nearest Neighbors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XGBoost (Base)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0.9437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Gradient Boosting (Tuned)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0.9494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Gradient Boosting (Base)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0.9494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Random Forest (Base)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0.9553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Random Forest (Tuned)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0.9549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Support Vector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0.9561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0.9594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0.8733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0.9636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0.8247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Baseline (Dummy)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STUDENT SKILLS &amp; PLACEMENT TRACKER</a:t>
            </a:r>
          </a:p>
          <a:p>
            <a:pPr>
              <a:defRPr sz="2400" b="1">
                <a:solidFill>
                  <a:srgbClr val="182B49"/>
                </a:solidFill>
              </a:defRPr>
            </a:pPr>
            <a:r>
              <a:t>Best Model Selection &amp; Interpretability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700" b="1">
                <a:solidFill>
                  <a:srgbClr val="182B49"/>
                </a:solidFill>
              </a:defRPr>
            </a:pPr>
            <a:r>
              <a:t>Selected Model: Tuned XGBoost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✔ Highest F1-Score: Achieved 0.9422 F1-score on untouched test set.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✔ High Recall (0.9593): Crucial for catching at-risk students who need improvement.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✔ Strong Generalisation (ROC-AUC 0.9534): High discrimination stability across decision thresholds.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✔ Hyperparameters: n_estimators=100, learning_rate=0.1, max_depth=3.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700" b="1">
                <a:solidFill>
                  <a:srgbClr val="182B49"/>
                </a:solidFill>
              </a:defRPr>
            </a:pPr>
            <a:r>
              <a:t>Top Feature Importance Drivers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⭐ 1. DSA Score (Data Structures &amp; Algorithms proficiency)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⭐ 2. CGPA (Academic performance baseline)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⭐ 3. Coding Test Score (Automated evaluation score)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⭐ 4. Technical Skill Average (Composite domain score)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⭐ 5. Internship Experience (Industrial exposure)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⭐ 6. Communication Score (Soft skill readiness)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STUDENT SKILLS &amp; PLACEMENT TRACKER</a:t>
            </a:r>
          </a:p>
          <a:p>
            <a:pPr>
              <a:defRPr sz="2400" b="1">
                <a:solidFill>
                  <a:srgbClr val="182B49"/>
                </a:solidFill>
              </a:defRPr>
            </a:pPr>
            <a:r>
              <a:t>Inference &amp; Personalised Skill Gap Recommendation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700" b="1">
                <a:solidFill>
                  <a:srgbClr val="182B49"/>
                </a:solidFill>
              </a:defRPr>
            </a:pPr>
            <a:r>
              <a:t>Prediction Output Structure (src/predict.py)</a:t>
            </a:r>
          </a:p>
          <a:p>
            <a:pPr>
              <a:defRPr sz="1300" b="1">
                <a:solidFill>
                  <a:srgbClr val="182B49"/>
                </a:solidFill>
              </a:defRPr>
            </a:pPr>
            <a:r>
              <a:t>1. Placement Readiness Probability: 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Calibrated confidence score (e.g. 99.8% Placement Ready vs 1.9% Needs Improvement).</a:t>
            </a:r>
          </a:p>
          <a:p>
            <a:pPr>
              <a:defRPr sz="1300" b="1">
                <a:solidFill>
                  <a:srgbClr val="182B49"/>
                </a:solidFill>
              </a:defRPr>
            </a:pPr>
            <a:r>
              <a:t>2. Categorical Readiness Tier: 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Tiers: Placement Ready (P &gt;= 75%), Internship Ready (50% &lt;= P &lt; 75%), Needs Improvement (P &lt; 50%).</a:t>
            </a:r>
          </a:p>
          <a:p>
            <a:pPr>
              <a:defRPr sz="1300" b="1">
                <a:solidFill>
                  <a:srgbClr val="182B49"/>
                </a:solidFill>
              </a:defRPr>
            </a:pPr>
            <a:r>
              <a:t>3. Domain Score Breakdown: 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Calculates individual student Academic Index, Technical Average, Soft Skill Average, and Experience Score.</a:t>
            </a:r>
          </a:p>
          <a:p>
            <a:pPr>
              <a:defRPr sz="1300" b="1">
                <a:solidFill>
                  <a:srgbClr val="182B49"/>
                </a:solidFill>
              </a:defRPr>
            </a:pPr>
            <a:r>
              <a:t>4. Personalised Skill Gap Analysis: 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Identifies specific failing metrics against institutional benchmark standards (e.g. DSA score &lt; 65, active backlogs &gt; 0, missing internship experience).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STUDENT SKILLS &amp; PLACEMENT TRACKER</a:t>
            </a:r>
          </a:p>
          <a:p>
            <a:pPr>
              <a:defRPr sz="2400" b="1">
                <a:solidFill>
                  <a:srgbClr val="182B49"/>
                </a:solidFill>
              </a:defRPr>
            </a:pPr>
            <a:r>
              <a:t>Work Completed (Phase 1 Deliverables)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0FAF5"/>
          </a:solidFill>
          <a:ln>
            <a:solidFill>
              <a:srgbClr val="28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700" b="1">
                <a:solidFill>
                  <a:srgbClr val="147846"/>
                </a:solidFill>
              </a:defRPr>
            </a:pPr>
            <a:r>
              <a:t>100% Machine Learning Core Completed &amp; Verified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✔ Dataset &amp; Generator: 1,500 student raw dataset created and saved to data/raw/placement_data_raw.csv.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✔ 6 Jupyter Notebooks: Created 01_data_collection.ipynb through 06_model_evaluation.ipynb.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✔ Source Code Architecture: Created modular Python files inside src/ (data_collection, preprocessing, feature_engineering, train, evaluate, predict).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✔ Serialized Model Artifacts: Saved final_model.pkl, preprocessor.pkl, and feature_info.pkl inside models/.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✔ Visual Evaluation Reports: Generated 7 high-resolution charts in reports/figures/ and saved model_results.csv.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✔ Master Verification: Executed main.py from scratch successfully with zero errors.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STUDENT SKILLS &amp; PLACEMENT TRACKER</a:t>
            </a:r>
          </a:p>
          <a:p>
            <a:pPr>
              <a:defRPr sz="2400" b="1">
                <a:solidFill>
                  <a:srgbClr val="182B49"/>
                </a:solidFill>
              </a:defRPr>
            </a:pPr>
            <a:r>
              <a:t>Future Work &amp; Integration Roadmap (Phase 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700" b="1">
                <a:solidFill>
                  <a:srgbClr val="182B49"/>
                </a:solidFill>
              </a:defRPr>
            </a:pPr>
            <a:r>
              <a:t>Next Phase: Full-Stack Web Application Integration</a:t>
            </a:r>
          </a:p>
          <a:p>
            <a:pPr>
              <a:defRPr sz="1300" b="1">
                <a:solidFill>
                  <a:srgbClr val="009688"/>
                </a:solidFill>
              </a:defRPr>
            </a:pPr>
            <a:r>
              <a:t>1. Backend REST API Layer: 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Develop FastAPI or Flask web service exposing POST /api/predict-readiness endpoint.</a:t>
            </a:r>
          </a:p>
          <a:p>
            <a:pPr>
              <a:defRPr sz="1300" b="1">
                <a:solidFill>
                  <a:srgbClr val="009688"/>
                </a:solidFill>
              </a:defRPr>
            </a:pPr>
            <a:r>
              <a:t>2. Frontend Web Interface: 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Build interactive React / Streamlit dashboard featuring student input forms, probability gauge meters, and skill gap checklists.</a:t>
            </a:r>
          </a:p>
          <a:p>
            <a:pPr>
              <a:defRPr sz="1300" b="1">
                <a:solidFill>
                  <a:srgbClr val="009688"/>
                </a:solidFill>
              </a:defRPr>
            </a:pPr>
            <a:r>
              <a:t>3. Institutional Database Integration: 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Connect PostgreSQL / MongoDB database to store multi-semester student progress data.</a:t>
            </a:r>
          </a:p>
          <a:p>
            <a:pPr>
              <a:defRPr sz="1300" b="1">
                <a:solidFill>
                  <a:srgbClr val="009688"/>
                </a:solidFill>
              </a:defRPr>
            </a:pPr>
            <a:r>
              <a:t>4. Real College Data Calibration: 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Ingest real institutional placement records for production fine-tuning.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000">
                <a:solidFill>
                  <a:srgbClr val="C8DCF5"/>
                </a:solidFill>
              </a:defRPr>
            </a:pPr>
            <a:r>
              <a:t>Student Skills and Placement Tracker — Minor Project Presentation</a:t>
            </a:r>
          </a:p>
          <a:p>
            <a:br/>
            <a:r>
              <a:t>Questions &amp; Evaluation Panel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1882</Words>
  <Application>Microsoft Office PowerPoint</Application>
  <PresentationFormat>Widescreen</PresentationFormat>
  <Paragraphs>224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Shyam Thakur</cp:lastModifiedBy>
  <cp:revision>2</cp:revision>
  <dcterms:created xsi:type="dcterms:W3CDTF">2013-01-27T09:14:16Z</dcterms:created>
  <dcterms:modified xsi:type="dcterms:W3CDTF">2026-09-01T14:52:03Z</dcterms:modified>
  <cp:category/>
</cp:coreProperties>
</file>