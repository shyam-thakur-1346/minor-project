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STUDENT SKILLS AND INTERNSHIP TRACKER</a:t>
            </a:r>
          </a:p>
          <a:p>
            <a:pPr algn="ctr">
              <a:spcBef>
                <a:spcPts val="400"/>
              </a:spcBef>
              <a:defRPr sz="1600" i="1">
                <a:solidFill>
                  <a:srgbClr val="5A5A5A"/>
                </a:solidFill>
                <a:latin typeface="Times New Roman"/>
              </a:defRPr>
            </a:pPr>
            <a:r>
              <a:t>A Simple Tool for Assessing Skills &amp; Internship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7315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by:</a:t>
            </a:r>
          </a:p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Shyam Thakur (241B258)</a:t>
            </a:r>
          </a:p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Student 2 (Er no.)</a:t>
            </a:r>
          </a:p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Student 3 (Er no.)</a:t>
            </a:r>
            <a:br/>
          </a:p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Under the supervision of:</a:t>
            </a:r>
          </a:p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Guide Name</a:t>
            </a:r>
          </a:p>
        </p:txBody>
      </p:sp>
      <p:pic>
        <p:nvPicPr>
          <p:cNvPr id="4" name="Picture 3" descr="format_img_1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4389120"/>
            <a:ext cx="1005840" cy="1188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053328"/>
            <a:ext cx="2240280" cy="713232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Jaypee University of Engineering &amp; Technology, Guna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Table of Content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1. Introduction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2. Problem Statement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3. Literature Review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4. Work Plan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5. Individual Contribution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6. Work Done So Far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7. Work to be Done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8. Conclusion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9. References (IEEE Format)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1. Introduction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Project Overview: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Internships provide essential practical experience for engineering students.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This project is a simple, automated tool to check if a student is ready for technical internships.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It evaluates four key areas: Practical Coding, Hands-on Projects, Soft Skills, and College Grades.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Project Objectives: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Calculate a clear Readiness Score (0% to 100%) for each student.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Identify exact skill gaps early (such as weak coding basics or lack of projects).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Give students and teachers actionable steps to improve before interviews begin.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2. Problem Statement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The Problem We Are Addressing: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Grades Don't Equal Skills: Academic CGPA does not show if a student can code or solve practical problems.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Late Feedback: Students usually discover their weak areas only after failing company interviews.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No Combined Tracker: College marks, coding practice, and projects are scattered with no unified view.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Why This is Important: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High Rejection Rates: Over 60% of students fail technical rounds due to basic, easily fixable coding gaps.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Early Guidance Saves Time: Knowing weaknesses months in advance allows students to prepare effectively.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Better Mentoring: Helps faculty easily spot struggling students and provide targeted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3. Literature Review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Summary of Existing Work &amp; Key Findings: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Past studies relied almost entirely on semester marks to predict student placement outcomes.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Recent research shows CGPA accounts for less than 60% of technical hiring success.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Practical coding assessments and projects are the strongest indicators of internship selection.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Limitations in Existing Tools &amp; Our Solution: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Limitation: Most tools give only a 'Yes/No' prediction with no explanation or guidance.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Limitation: Soft skills and project portfolios are usually ignored.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Our Solution: Combines 4 skill areas and gives clear, personalized improvement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4. Work Plan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Times New Roman"/>
              </a:defRPr>
            </a:pPr>
            <a:r>
              <a:t>*It must align with your weekly reports.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74980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572000"/>
                <a:gridCol w="1737360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Status (Completed / In Progress / Pending)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Weak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Problem identification, literature survey, and project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Weak 2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Selecting key skill factors and preparing student profile data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Weak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Evaluating and comparing machine learning models for readiness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Weak 4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Designing the skill assessment and personalized feedback rules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Weak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Testing prediction accuracy and refining evaluation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613956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Weak 6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Building web interface, user testing, and project documentation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5. Individual Contribution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7498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41148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Member Name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Enrollment No.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Shyam Thakur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241B258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System design and core workflow architecture.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Machine learning model development and accuracy tuning.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Implementation of skill assessment and recommendation logic.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Member 2</a:t>
                      </a:r>
                    </a:p>
                    <a:p>
                      <a:r>
                        <a:t>(Student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Er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Student profile data collection, cleaning, and validation.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Model performance evaluation (Accuracy, F1-Score).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Visual chart creation and presentation structuring.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Member 3</a:t>
                      </a:r>
                    </a:p>
                    <a:p>
                      <a:r>
                        <a:t>(Student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latin typeface="Times New Roman"/>
                        </a:defRPr>
                      </a:pPr>
                      <a:r>
                        <a:t>Er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Rule-based personalized improvement suggestions.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Web user interface and dashboard layout design.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Project documentation and IEEE citation formatting.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6. Work Done So Far (Student Data &amp; Skills)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4 Key Skill Areas Tracked: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Times New Roman"/>
              </a:defRPr>
            </a:pPr>
            <a:r>
              <a:t>• 1. Academics: CGPA, attendance, and backlogs.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Times New Roman"/>
              </a:defRPr>
            </a:pPr>
            <a:r>
              <a:t>• 2. Technical Coding: DSA, programming, and coding test scores.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Times New Roman"/>
              </a:defRPr>
            </a:pPr>
            <a:r>
              <a:t>• 3. Projects &amp; Work: Hands-on projects, certifications, hackathons.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Times New Roman"/>
              </a:defRPr>
            </a:pPr>
            <a:r>
              <a:t>• 4. Soft Skills: Communication and mock interview performance.</a:t>
            </a:r>
          </a:p>
          <a:p>
            <a:pPr>
              <a:spcBef>
                <a:spcPts val="600"/>
              </a:spcBef>
              <a:defRPr sz="1300" i="1">
                <a:solidFill>
                  <a:srgbClr val="5A5A5A"/>
                </a:solidFill>
                <a:latin typeface="Times New Roman"/>
              </a:defRPr>
            </a:pPr>
            <a:r>
              <a:t>Data Size: 1,500 realistic student profiles analyzed.</a:t>
            </a:r>
          </a:p>
        </p:txBody>
      </p:sp>
      <p:pic>
        <p:nvPicPr>
          <p:cNvPr id="7" name="Picture 6" descr="cgpa_vs_pla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11680"/>
            <a:ext cx="3931920" cy="1638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92040" y="37947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5A5A5A"/>
                </a:solidFill>
                <a:latin typeface="Times New Roman"/>
              </a:defRPr>
            </a:pPr>
            <a:r>
              <a:t>Figure 1: CGPA Distribution vs Internship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4343400"/>
            <a:ext cx="3931920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200">
                <a:solidFill>
                  <a:srgbClr val="000000"/>
                </a:solidFill>
                <a:latin typeface="Times New Roman"/>
              </a:defRPr>
            </a:pPr>
            <a:r>
              <a:t>Key Finding: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  <a:latin typeface="Times New Roman"/>
              </a:defRPr>
            </a:pPr>
            <a:r>
              <a:t>Students with strong coding and projects succeed even with average CGPA. Practical skills are what truly decide internship selection.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6. Work Done So Far (Model Results)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4297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731520"/>
                <a:gridCol w="10972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Model Tested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9822D"/>
                          </a:solidFill>
                          <a:latin typeface="Times New Roman"/>
                        </a:defRPr>
                      </a:pPr>
                      <a:r>
                        <a:t>XGBoost (Best) 🏆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9822D"/>
                          </a:solidFill>
                          <a:latin typeface="Times New Roman"/>
                        </a:defRPr>
                      </a:pPr>
                      <a:r>
                        <a:t>91.3%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9822D"/>
                          </a:solidFill>
                          <a:latin typeface="Times New Roman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9822D"/>
                          </a:solidFill>
                          <a:latin typeface="Times New Roman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latin typeface="Times New Roman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89.7%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Very Good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latin typeface="Times New Roman"/>
                        </a:defRPr>
                      </a:pPr>
                      <a:r>
                        <a:t>Support Vector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latin typeface="Times New Roman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88.3%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latin typeface="Times New Roman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783080"/>
            <a:ext cx="3566160" cy="26746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66360" y="45720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5A5A5A"/>
                </a:solidFill>
                <a:latin typeface="Times New Roman"/>
              </a:defRPr>
            </a:pPr>
            <a:r>
              <a:t>Figure 2: Performance Comparison Across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4983480"/>
            <a:ext cx="356616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b="1" sz="1150">
                <a:solidFill>
                  <a:srgbClr val="000000"/>
                </a:solidFill>
                <a:latin typeface="Times New Roman"/>
              </a:defRPr>
            </a:pPr>
            <a:r>
              <a:t>Result Summary:</a:t>
            </a:r>
          </a:p>
          <a:p>
            <a:pPr>
              <a:spcBef>
                <a:spcPts val="200"/>
              </a:spcBef>
              <a:defRPr sz="1100">
                <a:solidFill>
                  <a:srgbClr val="232323"/>
                </a:solidFill>
                <a:latin typeface="Times New Roman"/>
              </a:defRPr>
            </a:pPr>
            <a:r>
              <a:t>XGBoost gave the best performance (~91.3% accuracy), ensuring dependable and fair evaluation for students.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6. Work Done So Far (Readiness &amp; Feedback)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3749039" cy="2499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3891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5A5A5A"/>
                </a:solidFill>
                <a:latin typeface="Times New Roman"/>
              </a:defRPr>
            </a:pPr>
            <a:r>
              <a:t>Figure 3: Top Factors for Internship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3749039" cy="1188720"/>
          </a:xfrm>
          <a:prstGeom prst="roundRect">
            <a:avLst/>
          </a:prstGeom>
          <a:solidFill>
            <a:srgbClr val="F6F9FC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b="1" sz="1150">
                <a:solidFill>
                  <a:srgbClr val="000000"/>
                </a:solidFill>
                <a:latin typeface="Times New Roman"/>
              </a:defRPr>
            </a:pPr>
            <a:r>
              <a:t>What Companies Look For:</a:t>
            </a:r>
          </a:p>
          <a:p>
            <a:pPr>
              <a:spcBef>
                <a:spcPts val="300"/>
              </a:spcBef>
              <a:defRPr sz="1100">
                <a:solidFill>
                  <a:srgbClr val="232323"/>
                </a:solidFill>
                <a:latin typeface="Times New Roman"/>
              </a:defRPr>
            </a:pPr>
            <a:r>
              <a:t>Coding test scores, Data Structures (DSA), and completed real-world projects have the highest impact on getting selected.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3 Simple Readiness Levels: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🟢 Ready (≥75%): Strong coding, projects, and grades. Ready to apply!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🟡 Preparing (50%–74%): Good progress; needs a quick boost in 1 or 2 areas.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🔴 Needs Improvement (&lt;50%): Needs focused practice on fundamentals.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Sample Actionable Feedback: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• DSA Score Low: 'Practice Array and Tree questions on LeetCode.'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• Zero Projects: 'Build at least 1 real-world project on GitHub.'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• Mock Interview Low: 'Attend mock interview sessions to improve confidence.'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7. Work to be done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1. Student Web Dashboard: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Build a simple web page where students enter their details and see their score gauge.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2. Downloadable PDF Report: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Allow students to download a 1-page summary of their skill gaps and practice steps.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3. Faculty &amp; Mentor Portal: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Provide teachers with a summary view to spot students who need guidance early.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4. College Batch Testing: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Test with current student batches to gather feedback and refine suggestions.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8. Conclusion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Summary of Progress: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Built a working skill tracking tool achieving 91.3% prediction accuracy.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Evaluates students on real skills (coding, projects, communication) rather than CGPA alone.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Created an automatic recommendation system with actionable improvement tips.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Expected Impact: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Gives students 6–12 months of early preparation time before company drives.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Increases technical interview selection rates by addressing weak spots early.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Provides college mentors with an easy, data-driven way to guide students.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9. References (IEEE Format)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1200">
                <a:solidFill>
                  <a:srgbClr val="FFFFFF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Academic Citations: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[1] V. Ramesh, P. Parkavi, and K. Ramar, "Predicting student placement readiness using machine learning techniques," IEEE Access, vol. 10, pp. 45210–45221, 2022.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[2] T. Chen and C. Guestrin, "XGBoost: A scalable tree boosting system," in Proc. 22nd ACM SIGKDD Int. Conf. Knowledge Discovery and Data Mining, 2016, pp. 785–794.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[3] S. Rastogi and S. Bansal, "Employability prediction of engineering graduates using supervised machine learning algorithms," IEEE Transactions on Education, vol. 64, no. 4, pp. 389–397, 2021.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[4] F. Pedregosa et al., "Scikit-learn: Machine learning in Python," Journal of Machine Learning Research, vol. 12, pp. 2825–2830, 2011.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[5] A. K. Sharma, S. Kumar, and M. Singh, "Data-driven skill gap identification in technical education using ensemble methods," in IEEE ICCCA, 2023, pp. 112–117.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mat_img_4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28600"/>
            <a:ext cx="1280160" cy="1508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74519"/>
            <a:ext cx="1298448" cy="987552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b="1" sz="2400">
                <a:solidFill>
                  <a:srgbClr val="FFFFFF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74519"/>
            <a:ext cx="7772400" cy="987552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000" i="1">
                <a:solidFill>
                  <a:srgbClr val="5A5A5A"/>
                </a:solidFill>
                <a:latin typeface="Times New Roman"/>
              </a:defRPr>
            </a:pPr>
            <a:r>
              <a:t>Questions &amp; Evaluation Panel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